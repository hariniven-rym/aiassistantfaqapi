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4" r:id="rId9"/>
    <p:sldId id="263" r:id="rId10"/>
    <p:sldId id="265" r:id="rId11"/>
    <p:sldId id="262" r:id="rId12"/>
    <p:sldId id="266" r:id="rId13"/>
    <p:sldId id="267" r:id="rId14"/>
    <p:sldId id="269" r:id="rId15"/>
    <p:sldId id="270" r:id="rId16"/>
    <p:sldId id="271" r:id="rId17"/>
    <p:sldId id="272" r:id="rId18"/>
    <p:sldId id="273" r:id="rId19"/>
    <p:sldId id="275" r:id="rId20"/>
    <p:sldId id="27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86" dt="2026-09-30T05:50:16.905"/>
    <p1510:client id="{E0B3AE86-16EA-8367-4B39-E0DF9C9C0C45}" v="92" dt="2026-09-28T06:23:43.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724" y="-68"/>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7FD46-2C93-F50D-0DB9-8A19D21A64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DB0D2769-F1BD-0D5E-6521-6584E6D52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219C1BCB-A7FF-6653-817E-0603A8B817C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FCC957C9-1091-51DE-7C82-23CE10B173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70FF9BE-35B6-DA5C-104A-AEDA5E89FC4E}"/>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769292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B308183-94C2-E5EF-BD9B-676BEC619B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16FD77A-2131-65FD-2524-7EAA820E55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DFF1400-4D97-4947-2DE6-90C3E743E47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4CA2AEDB-EE9F-3CE8-11F3-0BD10633C1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0D3EEEE-5F95-E4E5-D4EA-2E1A302EDA00}"/>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0410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B918D-BF0D-8EC2-00B7-C6453AD71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F2A1E35-E7AA-3B33-7CFB-2135A23EEC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2AD98F3-9982-23F8-AF38-A57A2F04B2E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46BDA64C-8492-1360-CD94-755CB4010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7A4D253-4066-5124-04E2-7B9853C4DF0A}"/>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3791887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455C52-EAA4-BBB2-42AC-B11B4C2FF4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E8120CE-D9FD-AD78-C908-576D5770EA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E2A3E587-447F-6B28-42E2-39C15CC44E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0BBF81A8-C166-7CB2-FB93-92F1B8E175DB}"/>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6" name="Footer Placeholder 5">
            <a:extLst>
              <a:ext uri="{FF2B5EF4-FFF2-40B4-BE49-F238E27FC236}">
                <a16:creationId xmlns="" xmlns:a16="http://schemas.microsoft.com/office/drawing/2014/main" id="{939D7B5A-E3F9-31F9-76F2-AA5792D3DD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C04DFB3-92A0-3882-015E-23A572D39681}"/>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117566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CFC6B9-6EE8-8ED3-A17C-4996EDE234D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0E4037A-79EF-E663-6280-4260BB2087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4CB83C3-4E74-8D4F-4E37-8669EBE1F9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25F726FB-6EE6-5A00-03A4-78799871ED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CF2A007-45EE-8FA6-1B6D-52C400AB7F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DD4398F4-25D7-3DD5-65A7-BA5BBA42B9F5}"/>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8" name="Footer Placeholder 7">
            <a:extLst>
              <a:ext uri="{FF2B5EF4-FFF2-40B4-BE49-F238E27FC236}">
                <a16:creationId xmlns="" xmlns:a16="http://schemas.microsoft.com/office/drawing/2014/main" id="{4D992394-1AD3-3F2B-B36F-69DA52DD13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EDEB49F1-449A-D904-10C0-F70EE8A2C832}"/>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084480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D1D83B-A803-434F-AF7D-29B5E4929C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9D8404E2-3B25-1F67-C360-DEA2CDFB358E}"/>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4" name="Footer Placeholder 3">
            <a:extLst>
              <a:ext uri="{FF2B5EF4-FFF2-40B4-BE49-F238E27FC236}">
                <a16:creationId xmlns="" xmlns:a16="http://schemas.microsoft.com/office/drawing/2014/main" id="{151D809A-0145-3008-52BC-D6366F5864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0ED820B0-E8A0-C1E3-55FA-67ADD6C7948A}"/>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792965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6FBD829-02D8-82C1-FEAE-688E3BAE46A4}"/>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3" name="Footer Placeholder 2">
            <a:extLst>
              <a:ext uri="{FF2B5EF4-FFF2-40B4-BE49-F238E27FC236}">
                <a16:creationId xmlns="" xmlns:a16="http://schemas.microsoft.com/office/drawing/2014/main" id="{07676F00-B329-C6B6-522C-A3971C950C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3B9F1745-0463-110F-9F1B-A67763FB4F16}"/>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309029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C15B05-7A0F-EAE4-940B-2461562C12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731A9D4-DA2A-68EA-6D79-833D97755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84445B1-E86B-41BD-3E7A-8D6E6AFAA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7664FEB-843F-00FC-746C-699105FA209F}"/>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6" name="Footer Placeholder 5">
            <a:extLst>
              <a:ext uri="{FF2B5EF4-FFF2-40B4-BE49-F238E27FC236}">
                <a16:creationId xmlns="" xmlns:a16="http://schemas.microsoft.com/office/drawing/2014/main" id="{B2490C73-6253-84E9-8B5B-3F7BD3FCB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9224DF5-3F91-E6F4-46D5-BE2B0F7B4F8F}"/>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23828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2A73F4-64D1-88C9-F830-83869ED75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1DAB110-9C75-3049-923B-F76AF6A46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CA8379B5-F53A-3FA5-7DA9-F117094CD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8F78827-0DD1-1A36-9644-6D77C83E75B6}"/>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6" name="Footer Placeholder 5">
            <a:extLst>
              <a:ext uri="{FF2B5EF4-FFF2-40B4-BE49-F238E27FC236}">
                <a16:creationId xmlns="" xmlns:a16="http://schemas.microsoft.com/office/drawing/2014/main" id="{484001F7-6A4C-9595-5D94-836D785A95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97769DE-0345-25BF-5112-E5A893584B04}"/>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94002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27A28A-54A9-BB8A-023F-75D7739905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0482D21-0C43-28EC-AD85-1432675D1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C29CB2E-090C-F686-3890-919D16058FA2}"/>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B4996FF1-033A-0915-925B-E811F6C2BC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9DC0969-0E4D-4A1C-73CC-2A61E3C4308C}"/>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1481070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53DA963-1097-3DFB-C801-2FED570962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0096383-7EDE-0421-5A32-0AB143D35D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CF7D735-05E9-D99D-5AC2-9F4B61C8469D}"/>
              </a:ext>
            </a:extLst>
          </p:cNvPr>
          <p:cNvSpPr>
            <a:spLocks noGrp="1"/>
          </p:cNvSpPr>
          <p:nvPr>
            <p:ph type="dt" sz="half" idx="10"/>
          </p:nvPr>
        </p:nvSpPr>
        <p:spPr/>
        <p:txBody>
          <a:body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D361761A-3B14-2F81-30AE-4CE388D981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F0B3DD2-3340-71B4-C09D-5C58B21579A2}"/>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40027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D31E4DE-7619-F38B-5AA1-2DF4F29930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69F6F4D-ABCA-ED55-95DF-4AA82A07CE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BC9B078-71C3-3C2D-ACE1-96C2C7120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pPr/>
              <a:t>30-09-2026</a:t>
            </a:fld>
            <a:endParaRPr lang="en-IN"/>
          </a:p>
        </p:txBody>
      </p:sp>
      <p:sp>
        <p:nvSpPr>
          <p:cNvPr id="5" name="Footer Placeholder 4">
            <a:extLst>
              <a:ext uri="{FF2B5EF4-FFF2-40B4-BE49-F238E27FC236}">
                <a16:creationId xmlns="" xmlns:a16="http://schemas.microsoft.com/office/drawing/2014/main" id="{827D4CAC-6752-BCFC-284D-B38380F44D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 xmlns:a16="http://schemas.microsoft.com/office/drawing/2014/main" id="{D59CBB69-6BD4-2D51-1DB8-7102FCC4E0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pPr/>
              <a:t>‹#›</a:t>
            </a:fld>
            <a:endParaRPr lang="en-IN"/>
          </a:p>
        </p:txBody>
      </p:sp>
    </p:spTree>
    <p:extLst>
      <p:ext uri="{BB962C8B-B14F-4D97-AF65-F5344CB8AC3E}">
        <p14:creationId xmlns="" xmlns:p14="http://schemas.microsoft.com/office/powerpoint/2010/main" val="253560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05C915-6B30-C836-1839-183F38C5D7CA}"/>
              </a:ext>
            </a:extLst>
          </p:cNvPr>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r>
              <a:rPr lang="en-US" sz="2000" dirty="0"/>
              <a:t/>
            </a:r>
            <a:br>
              <a:rPr lang="en-US" sz="2000" dirty="0"/>
            </a:br>
            <a:r>
              <a:rPr lang="en-US" sz="2000" dirty="0"/>
              <a:t>    </a:t>
            </a:r>
            <a:r>
              <a:rPr lang="en-US" sz="2000" dirty="0" smtClean="0"/>
              <a:t>TEAM </a:t>
            </a:r>
            <a:r>
              <a:rPr lang="en-US" sz="2000" dirty="0"/>
              <a:t>LEADER  : </a:t>
            </a:r>
            <a:r>
              <a:rPr lang="en-US" sz="2000" dirty="0" smtClean="0"/>
              <a:t>HARINI V</a:t>
            </a:r>
            <a:r>
              <a:rPr lang="en-US" sz="2000" dirty="0"/>
              <a:t/>
            </a:r>
            <a:br>
              <a:rPr lang="en-US" sz="2000" dirty="0"/>
            </a:br>
            <a:r>
              <a:rPr lang="en-US" sz="2000" dirty="0"/>
              <a:t>       </a:t>
            </a:r>
            <a:r>
              <a:rPr lang="en-US" sz="2000" dirty="0" smtClean="0"/>
              <a:t>  </a:t>
            </a:r>
            <a:r>
              <a:rPr lang="en-US" sz="2000" dirty="0"/>
              <a:t>TEAM MEMBER : </a:t>
            </a:r>
            <a:r>
              <a:rPr lang="en-US" sz="2000" dirty="0" smtClean="0"/>
              <a:t>1.GOPIKA R</a:t>
            </a:r>
            <a:r>
              <a:rPr lang="en-US" sz="2000" dirty="0"/>
              <a:t/>
            </a:r>
            <a:br>
              <a:rPr lang="en-US" sz="2000" dirty="0"/>
            </a:br>
            <a:r>
              <a:rPr lang="en-US" sz="2000" dirty="0"/>
              <a:t>  </a:t>
            </a:r>
            <a:r>
              <a:rPr lang="en-US" sz="2000" dirty="0" smtClean="0"/>
              <a:t>     TEAM </a:t>
            </a:r>
            <a:r>
              <a:rPr lang="en-US" sz="2000" dirty="0"/>
              <a:t>MEMBER : </a:t>
            </a:r>
            <a:r>
              <a:rPr lang="en-US" sz="2000" dirty="0" smtClean="0"/>
              <a:t>2.DEEPA S </a:t>
            </a:r>
            <a:r>
              <a:rPr lang="en-US" sz="2000" dirty="0"/>
              <a:t/>
            </a:r>
            <a:br>
              <a:rPr lang="en-US" sz="2000" dirty="0"/>
            </a:br>
            <a:r>
              <a:rPr lang="en-US" sz="2000"/>
              <a:t>                  </a:t>
            </a:r>
            <a:r>
              <a:rPr lang="en-US" sz="2000" smtClean="0"/>
              <a:t>      </a:t>
            </a:r>
            <a:r>
              <a:rPr lang="en-US" sz="2000" smtClean="0"/>
              <a:t> TEAM </a:t>
            </a:r>
            <a:r>
              <a:rPr lang="en-US" sz="2000" dirty="0"/>
              <a:t>MEMBER </a:t>
            </a:r>
            <a:r>
              <a:rPr lang="en-US" sz="2000"/>
              <a:t>: </a:t>
            </a:r>
            <a:r>
              <a:rPr lang="en-US" sz="2000" smtClean="0"/>
              <a:t>3.HASEENJUMANA </a:t>
            </a:r>
            <a:r>
              <a:rPr lang="en-US" sz="2000" dirty="0" smtClean="0"/>
              <a:t>S</a:t>
            </a:r>
            <a:br>
              <a:rPr lang="en-US" sz="2000" dirty="0" smtClean="0"/>
            </a:br>
            <a:r>
              <a:rPr lang="en-US" sz="2000" dirty="0" smtClean="0"/>
              <a:t>               </a:t>
            </a:r>
            <a:r>
              <a:rPr lang="en-US" sz="2000" dirty="0"/>
              <a:t> </a:t>
            </a:r>
            <a:r>
              <a:rPr lang="en-US" sz="2000" dirty="0" smtClean="0"/>
              <a:t>TEAM </a:t>
            </a:r>
            <a:r>
              <a:rPr lang="en-US" sz="2000" dirty="0"/>
              <a:t>MEMBER : </a:t>
            </a:r>
            <a:r>
              <a:rPr lang="en-US" sz="2000" dirty="0" smtClean="0"/>
              <a:t>4.DEEPASHRI P</a:t>
            </a:r>
            <a:endParaRPr lang="en-IN" sz="2000" dirty="0"/>
          </a:p>
        </p:txBody>
      </p:sp>
      <p:sp>
        <p:nvSpPr>
          <p:cNvPr id="3" name="Subtitle 2">
            <a:extLst>
              <a:ext uri="{FF2B5EF4-FFF2-40B4-BE49-F238E27FC236}">
                <a16:creationId xmlns="" xmlns:a16="http://schemas.microsoft.com/office/drawing/2014/main" id="{3E35496A-F9EB-19E4-31C2-5A21B9EA0B45}"/>
              </a:ext>
            </a:extLst>
          </p:cNvPr>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p>
          <a:p>
            <a:r>
              <a:rPr lang="en-US" sz="2000" b="1" dirty="0"/>
              <a:t>AI FAQ ASSITANT:FASTER,SMARTER,CUSTOMER SUPPORT</a:t>
            </a:r>
          </a:p>
          <a:p>
            <a:pPr algn="l"/>
            <a:r>
              <a:rPr lang="en-IN" b="1" dirty="0"/>
              <a:t>Description:</a:t>
            </a:r>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p>
          <a:p>
            <a:pPr algn="l"/>
            <a:endParaRPr lang="en-IN" b="1"/>
          </a:p>
        </p:txBody>
      </p:sp>
    </p:spTree>
    <p:extLst>
      <p:ext uri="{BB962C8B-B14F-4D97-AF65-F5344CB8AC3E}">
        <p14:creationId xmlns="" xmlns:p14="http://schemas.microsoft.com/office/powerpoint/2010/main" val="2860830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82B72F6-32D4-5EB0-A10B-3D8D24F83081}"/>
              </a:ext>
            </a:extLst>
          </p:cNvPr>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p>
          <a:p>
            <a:pPr rtl="0">
              <a:buNone/>
            </a:pPr>
            <a:endParaRPr lang="en-IN" b="1"/>
          </a:p>
          <a:p>
            <a:r>
              <a:rPr lang="en-IN"/>
              <a:t>                 </a:t>
            </a:r>
            <a:r>
              <a:rPr lang="en-IN" b="1"/>
              <a:t>Background:</a:t>
            </a:r>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p>
          <a:p>
            <a:r>
              <a:rPr lang="en-IN" b="1"/>
              <a:t>Problem:</a:t>
            </a:r>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p>
          <a:p>
            <a:r>
              <a:rPr lang="en-IN" b="1"/>
              <a:t>Solution:</a:t>
            </a:r>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p>
          <a:p>
            <a:pPr algn="just" rtl="0">
              <a:buNone/>
            </a:pPr>
            <a:endParaRPr lang="en-IN"/>
          </a:p>
        </p:txBody>
      </p:sp>
    </p:spTree>
    <p:extLst>
      <p:ext uri="{BB962C8B-B14F-4D97-AF65-F5344CB8AC3E}">
        <p14:creationId xmlns="" xmlns:p14="http://schemas.microsoft.com/office/powerpoint/2010/main" val="38797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699EFB8-010D-5E3A-BE7D-708E878A4BFB}"/>
              </a:ext>
            </a:extLst>
          </p:cNvPr>
          <p:cNvSpPr txBox="1"/>
          <p:nvPr/>
        </p:nvSpPr>
        <p:spPr>
          <a:xfrm>
            <a:off x="1858296" y="972656"/>
            <a:ext cx="9242323" cy="4247317"/>
          </a:xfrm>
          <a:prstGeom prst="rect">
            <a:avLst/>
          </a:prstGeom>
          <a:noFill/>
        </p:spPr>
        <p:txBody>
          <a:bodyPr wrap="square">
            <a:spAutoFit/>
          </a:bodyPr>
          <a:lstStyle/>
          <a:p>
            <a:r>
              <a:rPr lang="en-IN" sz="1800" b="1" dirty="0"/>
              <a:t>Usage:</a:t>
            </a:r>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p>
          <a:p>
            <a:endParaRPr lang="en-IN" sz="1800" dirty="0"/>
          </a:p>
          <a:p>
            <a:r>
              <a:rPr lang="en-IN" sz="1800" b="1" dirty="0"/>
              <a:t>Outcome:</a:t>
            </a:r>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p>
        </p:txBody>
      </p:sp>
    </p:spTree>
    <p:extLst>
      <p:ext uri="{BB962C8B-B14F-4D97-AF65-F5344CB8AC3E}">
        <p14:creationId xmlns="" xmlns:p14="http://schemas.microsoft.com/office/powerpoint/2010/main" val="257323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680D98C-F049-F1D1-56AF-B44B4010E7FD}"/>
              </a:ext>
            </a:extLst>
          </p:cNvPr>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a:extLst>
              <a:ext uri="{FF2B5EF4-FFF2-40B4-BE49-F238E27FC236}">
                <a16:creationId xmlns="" xmlns:a16="http://schemas.microsoft.com/office/drawing/2014/main" id="{D5B94064-C0A4-68ED-441B-9A353FAC7140}"/>
              </a:ext>
            </a:extLst>
          </p:cNvPr>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p>
          <a:p>
            <a:pPr marL="342900" lvl="0" indent="-342900" algn="l" rtl="0">
              <a:buFont typeface="Arial" panose="020B0604020202020204" pitchFamily="34" charset="0"/>
              <a:buChar char="•"/>
            </a:pPr>
            <a:r>
              <a:rPr lang="en-IN" sz="1800" b="0" i="0">
                <a:solidFill>
                  <a:schemeClr val="tx1"/>
                </a:solidFill>
                <a:effectLst/>
                <a:latin typeface="+mn-lt"/>
              </a:rPr>
              <a:t>Keyboard and Mouse</a:t>
            </a: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extLst>
      <p:ext uri="{BB962C8B-B14F-4D97-AF65-F5344CB8AC3E}">
        <p14:creationId xmlns="" xmlns:p14="http://schemas.microsoft.com/office/powerpoint/2010/main" val="1686426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BD94602-E4AF-D11E-A507-37E41B1ADE6C}"/>
              </a:ext>
            </a:extLst>
          </p:cNvPr>
          <p:cNvSpPr txBox="1"/>
          <p:nvPr/>
        </p:nvSpPr>
        <p:spPr>
          <a:xfrm>
            <a:off x="3048000" y="912622"/>
            <a:ext cx="6096000" cy="5355312"/>
          </a:xfrm>
          <a:prstGeom prst="rect">
            <a:avLst/>
          </a:prstGeom>
          <a:noFill/>
        </p:spPr>
        <p:txBody>
          <a:bodyPr wrap="square">
            <a:spAutoFit/>
          </a:bodyPr>
          <a:lstStyle/>
          <a:p>
            <a:r>
              <a:rPr lang="en-IN" b="1"/>
              <a:t>Epic 1: PROJECT ARCHITECTURE</a:t>
            </a:r>
          </a:p>
          <a:p>
            <a:r>
              <a:rPr lang="en-IN"/>
              <a:t> USER</a:t>
            </a:r>
          </a:p>
          <a:p>
            <a:r>
              <a:rPr lang="en-IN"/>
              <a:t>          ↓</a:t>
            </a:r>
          </a:p>
          <a:p>
            <a:r>
              <a:rPr lang="en-IN"/>
              <a:t>   Chat Interface</a:t>
            </a:r>
          </a:p>
          <a:p>
            <a:r>
              <a:rPr lang="en-IN"/>
              <a:t>          ↓</a:t>
            </a:r>
          </a:p>
          <a:p>
            <a:r>
              <a:rPr lang="en-IN"/>
              <a:t>    Backend Server</a:t>
            </a:r>
          </a:p>
          <a:p>
            <a:r>
              <a:rPr lang="en-IN"/>
              <a:t>          ↓</a:t>
            </a:r>
          </a:p>
          <a:p>
            <a:r>
              <a:rPr lang="en-IN"/>
              <a:t>   Query Processing</a:t>
            </a:r>
          </a:p>
          <a:p>
            <a:r>
              <a:rPr lang="en-IN"/>
              <a:t>          ↓</a:t>
            </a:r>
          </a:p>
          <a:p>
            <a:r>
              <a:rPr lang="en-IN"/>
              <a:t>   NLP / AI Engine</a:t>
            </a:r>
          </a:p>
          <a:p>
            <a:r>
              <a:rPr lang="en-IN"/>
              <a:t>          ↓</a:t>
            </a:r>
          </a:p>
          <a:p>
            <a:r>
              <a:rPr lang="en-IN"/>
              <a:t>   FAQ Knowledge Base</a:t>
            </a:r>
          </a:p>
          <a:p>
            <a:r>
              <a:rPr lang="en-IN"/>
              <a:t>          ↓</a:t>
            </a:r>
          </a:p>
          <a:p>
            <a:r>
              <a:rPr lang="en-IN"/>
              <a:t>   Answer Generation</a:t>
            </a:r>
          </a:p>
          <a:p>
            <a:r>
              <a:rPr lang="en-IN"/>
              <a:t>          ↓</a:t>
            </a:r>
          </a:p>
          <a:p>
            <a:r>
              <a:rPr lang="en-IN"/>
              <a:t>    Response to User</a:t>
            </a:r>
          </a:p>
          <a:p>
            <a:r>
              <a:rPr lang="en-IN"/>
              <a:t>          ↓</a:t>
            </a:r>
          </a:p>
          <a:p>
            <a:r>
              <a:rPr lang="en-IN"/>
              <a:t>   Human Support Agent</a:t>
            </a:r>
          </a:p>
          <a:p>
            <a:r>
              <a:rPr lang="en-IN"/>
              <a:t>   (if required)</a:t>
            </a:r>
          </a:p>
        </p:txBody>
      </p:sp>
    </p:spTree>
    <p:extLst>
      <p:ext uri="{BB962C8B-B14F-4D97-AF65-F5344CB8AC3E}">
        <p14:creationId xmlns="" xmlns:p14="http://schemas.microsoft.com/office/powerpoint/2010/main" val="3626246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273032B-5BF5-A0B3-DE80-829535E58049}"/>
              </a:ext>
            </a:extLst>
          </p:cNvPr>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p>
          <a:p>
            <a:pPr>
              <a:buNone/>
            </a:pPr>
            <a:r>
              <a:rPr lang="en-IN"/>
              <a:t/>
            </a:r>
            <a:br>
              <a:rPr lang="en-IN"/>
            </a:br>
            <a:endParaRPr lang="en-IN"/>
          </a:p>
        </p:txBody>
      </p:sp>
    </p:spTree>
    <p:extLst>
      <p:ext uri="{BB962C8B-B14F-4D97-AF65-F5344CB8AC3E}">
        <p14:creationId xmlns="" xmlns:p14="http://schemas.microsoft.com/office/powerpoint/2010/main" val="3293667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A7CA5C8-B23E-3243-E14D-9B77D104BE8D}"/>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 xmlns:p14="http://schemas.microsoft.com/office/powerpoint/2010/main" val="1753661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1692003E-1204-1339-FC73-58B386C35BBE}"/>
              </a:ext>
            </a:extLst>
          </p:cNvPr>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a:extLst>
              <a:ext uri="{FF2B5EF4-FFF2-40B4-BE49-F238E27FC236}">
                <a16:creationId xmlns="" xmlns:a16="http://schemas.microsoft.com/office/drawing/2014/main" id="{BDBD0D3A-4D8B-5ACE-60E0-6CB2076159E1}"/>
              </a:ext>
            </a:extLst>
          </p:cNvPr>
          <p:cNvGraphicFramePr>
            <a:graphicFrameLocks noGrp="1"/>
          </p:cNvGraphicFramePr>
          <p:nvPr>
            <p:extLst>
              <p:ext uri="{D42A27DB-BD31-4B8C-83A1-F6EECF244321}">
                <p14:modId xmlns="" xmlns:p14="http://schemas.microsoft.com/office/powerpoint/2010/main" val="1074578094"/>
              </p:ext>
            </p:extLst>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688066921"/>
                    </a:ext>
                  </a:extLst>
                </a:gridCol>
                <a:gridCol w="2709333">
                  <a:extLst>
                    <a:ext uri="{9D8B030D-6E8A-4147-A177-3AD203B41FA5}">
                      <a16:colId xmlns="" xmlns:a16="http://schemas.microsoft.com/office/drawing/2014/main" val="2776411655"/>
                    </a:ext>
                  </a:extLst>
                </a:gridCol>
                <a:gridCol w="2709333">
                  <a:extLst>
                    <a:ext uri="{9D8B030D-6E8A-4147-A177-3AD203B41FA5}">
                      <a16:colId xmlns="" xmlns:a16="http://schemas.microsoft.com/office/drawing/2014/main" val="71311789"/>
                    </a:ext>
                  </a:extLst>
                </a:gridCol>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extLst>
                  <a:ext uri="{0D108BD9-81ED-4DB2-BD59-A6C34878D82A}">
                    <a16:rowId xmlns="" xmlns:a16="http://schemas.microsoft.com/office/drawing/2014/main" val="172996629"/>
                  </a:ext>
                </a:extLst>
              </a:tr>
              <a:tr h="370840">
                <a:tc>
                  <a:txBody>
                    <a:bodyPr/>
                    <a:lstStyle/>
                    <a:p>
                      <a:r>
                        <a:rPr lang="en-US"/>
                        <a:t>             User</a:t>
                      </a:r>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extLst>
                  <a:ext uri="{0D108BD9-81ED-4DB2-BD59-A6C34878D82A}">
                    <a16:rowId xmlns="" xmlns:a16="http://schemas.microsoft.com/office/drawing/2014/main" val="2939228686"/>
                  </a:ext>
                </a:extLst>
              </a:tr>
              <a:tr h="370840">
                <a:tc>
                  <a:txBody>
                    <a:bodyPr/>
                    <a:lstStyle/>
                    <a:p>
                      <a:r>
                        <a:rPr lang="en-US"/>
                        <a:t>          Query</a:t>
                      </a:r>
                    </a:p>
                  </a:txBody>
                  <a:tcPr/>
                </a:tc>
                <a:tc>
                  <a:txBody>
                    <a:bodyPr/>
                    <a:lstStyle/>
                    <a:p>
                      <a:r>
                        <a:rPr lang="en-US" err="1"/>
                        <a:t>Query_id</a:t>
                      </a:r>
                      <a:r>
                        <a:rPr lang="en-US"/>
                        <a:t>(PK),</a:t>
                      </a:r>
                      <a:r>
                        <a:rPr lang="en-US" err="1"/>
                        <a:t>user_id</a:t>
                      </a:r>
                      <a:r>
                        <a:rPr lang="en-US"/>
                        <a:t>(FK),question</a:t>
                      </a:r>
                    </a:p>
                  </a:txBody>
                  <a:tcPr/>
                </a:tc>
                <a:tc>
                  <a:txBody>
                    <a:bodyPr/>
                    <a:lstStyle/>
                    <a:p>
                      <a:r>
                        <a:rPr lang="en-US"/>
                        <a:t>Query belongs to a User</a:t>
                      </a:r>
                      <a:endParaRPr lang="en-IN"/>
                    </a:p>
                  </a:txBody>
                  <a:tcPr/>
                </a:tc>
                <a:extLst>
                  <a:ext uri="{0D108BD9-81ED-4DB2-BD59-A6C34878D82A}">
                    <a16:rowId xmlns="" xmlns:a16="http://schemas.microsoft.com/office/drawing/2014/main" val="4202073137"/>
                  </a:ext>
                </a:extLst>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extLst>
                  <a:ext uri="{0D108BD9-81ED-4DB2-BD59-A6C34878D82A}">
                    <a16:rowId xmlns="" xmlns:a16="http://schemas.microsoft.com/office/drawing/2014/main" val="895556626"/>
                  </a:ext>
                </a:extLst>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extLst>
                  <a:ext uri="{0D108BD9-81ED-4DB2-BD59-A6C34878D82A}">
                    <a16:rowId xmlns="" xmlns:a16="http://schemas.microsoft.com/office/drawing/2014/main" val="1594430027"/>
                  </a:ext>
                </a:extLst>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extLst>
                  <a:ext uri="{0D108BD9-81ED-4DB2-BD59-A6C34878D82A}">
                    <a16:rowId xmlns="" xmlns:a16="http://schemas.microsoft.com/office/drawing/2014/main" val="2855089201"/>
                  </a:ext>
                </a:extLst>
              </a:tr>
            </a:tbl>
          </a:graphicData>
        </a:graphic>
      </p:graphicFrame>
    </p:spTree>
    <p:extLst>
      <p:ext uri="{BB962C8B-B14F-4D97-AF65-F5344CB8AC3E}">
        <p14:creationId xmlns="" xmlns:p14="http://schemas.microsoft.com/office/powerpoint/2010/main" val="1044939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 xmlns:a16="http://schemas.microsoft.com/office/drawing/2014/main" id="{FDA21762-05E5-FC01-D5EC-4458A1CCB822}"/>
              </a:ext>
            </a:extLst>
          </p:cNvPr>
          <p:cNvSpPr txBox="1"/>
          <p:nvPr/>
        </p:nvSpPr>
        <p:spPr>
          <a:xfrm>
            <a:off x="540774" y="91143"/>
            <a:ext cx="11051458" cy="2585323"/>
          </a:xfrm>
          <a:prstGeom prst="rect">
            <a:avLst/>
          </a:prstGeom>
          <a:noFill/>
        </p:spPr>
        <p:txBody>
          <a:bodyPr wrap="square">
            <a:spAutoFit/>
          </a:bodyPr>
          <a:lstStyle/>
          <a:p>
            <a:r>
              <a:rPr lang="en-IN" b="1"/>
              <a:t>Key Features:</a:t>
            </a:r>
          </a:p>
          <a:p>
            <a:r>
              <a:rPr lang="en-IN" b="1"/>
              <a:t>        AI-Powered Responses</a:t>
            </a:r>
            <a:r>
              <a:rPr lang="en-IN"/>
              <a:t> – Automatically understands customer questions and provides relevant answers.</a:t>
            </a:r>
          </a:p>
          <a:p>
            <a:pPr lvl="0"/>
            <a:r>
              <a:rPr lang="en-IN" b="1"/>
              <a:t>       24/7 Availability</a:t>
            </a:r>
            <a:r>
              <a:rPr lang="en-IN"/>
              <a:t> – Provides customer support at any time.</a:t>
            </a:r>
          </a:p>
          <a:p>
            <a:pPr lvl="0"/>
            <a:r>
              <a:rPr lang="en-IN" b="1"/>
              <a:t>       Natural Language Processing</a:t>
            </a:r>
            <a:r>
              <a:rPr lang="en-IN"/>
              <a:t> – Understands questions written in normal human language.</a:t>
            </a:r>
          </a:p>
          <a:p>
            <a:pPr lvl="0"/>
            <a:r>
              <a:rPr lang="en-IN" b="1"/>
              <a:t>        Instant FAQ Search</a:t>
            </a:r>
            <a:r>
              <a:rPr lang="en-IN"/>
              <a:t> – Quickly searches the FAQ knowledge base for suitable answers.</a:t>
            </a:r>
          </a:p>
          <a:p>
            <a:pPr lvl="0"/>
            <a:r>
              <a:rPr lang="en-IN" b="1"/>
              <a:t>       User-Friendly Chat Interface</a:t>
            </a:r>
            <a:r>
              <a:rPr lang="en-IN"/>
              <a:t> – Allows customers to interact easily through a simple chat system.</a:t>
            </a:r>
          </a:p>
          <a:p>
            <a:pPr lvl="0"/>
            <a:r>
              <a:rPr lang="en-IN" b="1"/>
              <a:t>       Human Agent Support</a:t>
            </a:r>
            <a:r>
              <a:rPr lang="en-IN"/>
              <a:t> – Transfers complex or unanswered queries to a support agent.</a:t>
            </a:r>
          </a:p>
          <a:p>
            <a:r>
              <a:rPr lang="en-IN"/>
              <a:t/>
            </a:r>
            <a:br>
              <a:rPr lang="en-IN"/>
            </a:br>
            <a:endParaRPr lang="en-IN"/>
          </a:p>
        </p:txBody>
      </p:sp>
      <p:sp>
        <p:nvSpPr>
          <p:cNvPr id="16" name="TextBox 15">
            <a:extLst>
              <a:ext uri="{FF2B5EF4-FFF2-40B4-BE49-F238E27FC236}">
                <a16:creationId xmlns="" xmlns:a16="http://schemas.microsoft.com/office/drawing/2014/main" id="{58A6C916-703F-9758-9C54-7CBED3E0827C}"/>
              </a:ext>
            </a:extLst>
          </p:cNvPr>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a:extLst>
              <a:ext uri="{FF2B5EF4-FFF2-40B4-BE49-F238E27FC236}">
                <a16:creationId xmlns="" xmlns:a16="http://schemas.microsoft.com/office/drawing/2014/main" id="{7E02E328-FA42-639D-6D21-8C299D79BD1C}"/>
              </a:ext>
            </a:extLst>
          </p:cNvPr>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a:extLst>
              <a:ext uri="{FF2B5EF4-FFF2-40B4-BE49-F238E27FC236}">
                <a16:creationId xmlns="" xmlns:a16="http://schemas.microsoft.com/office/drawing/2014/main" id="{89149887-7309-D18C-2D0E-A3FAE187826B}"/>
              </a:ext>
            </a:extLst>
          </p:cNvPr>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extLst>
      <p:ext uri="{BB962C8B-B14F-4D97-AF65-F5344CB8AC3E}">
        <p14:creationId xmlns="" xmlns:p14="http://schemas.microsoft.com/office/powerpoint/2010/main" val="143386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C36B78CF-1762-8DEF-627E-19D19D7749D3}"/>
              </a:ext>
            </a:extLst>
          </p:cNvPr>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p>
          <a:p>
            <a:pPr indent="0" algn="l" rtl="0">
              <a:buNone/>
            </a:pPr>
            <a:r>
              <a:rPr lang="en-IN" b="1" i="0">
                <a:solidFill>
                  <a:schemeClr val="tx1"/>
                </a:solidFill>
                <a:effectLst/>
                <a:latin typeface="+mn-lt"/>
              </a:rPr>
              <a:t>4. Support Agent</a:t>
            </a: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a:extLst>
              <a:ext uri="{FF2B5EF4-FFF2-40B4-BE49-F238E27FC236}">
                <a16:creationId xmlns="" xmlns:a16="http://schemas.microsoft.com/office/drawing/2014/main" id="{0ABE5BF5-65D4-B068-C340-723112CFBF80}"/>
              </a:ext>
            </a:extLst>
          </p:cNvPr>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extLst>
      <p:ext uri="{BB962C8B-B14F-4D97-AF65-F5344CB8AC3E}">
        <p14:creationId xmlns="" xmlns:p14="http://schemas.microsoft.com/office/powerpoint/2010/main" val="305509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8D5B5CD-01F4-7A9C-0F7A-E904F483FB5F}"/>
              </a:ext>
            </a:extLst>
          </p:cNvPr>
          <p:cNvPicPr>
            <a:picLocks noChangeAspect="1"/>
          </p:cNvPicPr>
          <p:nvPr/>
        </p:nvPicPr>
        <p:blipFill>
          <a:blip r:embed="rId2"/>
          <a:stretch>
            <a:fillRect/>
          </a:stretch>
        </p:blipFill>
        <p:spPr>
          <a:xfrm>
            <a:off x="2343833" y="0"/>
            <a:ext cx="7504334" cy="6858000"/>
          </a:xfrm>
          <a:prstGeom prst="rect">
            <a:avLst/>
          </a:prstGeom>
        </p:spPr>
      </p:pic>
    </p:spTree>
    <p:extLst>
      <p:ext uri="{BB962C8B-B14F-4D97-AF65-F5344CB8AC3E}">
        <p14:creationId xmlns="" xmlns:p14="http://schemas.microsoft.com/office/powerpoint/2010/main" val="3227091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6079220-429B-94DD-8A97-880908D4FEA2}"/>
              </a:ext>
            </a:extLst>
          </p:cNvPr>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a:extLst>
              <a:ext uri="{FF2B5EF4-FFF2-40B4-BE49-F238E27FC236}">
                <a16:creationId xmlns="" xmlns:a16="http://schemas.microsoft.com/office/drawing/2014/main" id="{9CF149E0-EB62-3C6E-5F53-E22231F7720A}"/>
              </a:ext>
            </a:extLst>
          </p:cNvPr>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 xmlns:a16="http://schemas.microsoft.com/office/drawing/2014/main" id="{57ED7991-BA47-53A8-90B4-837727015D2E}"/>
              </a:ext>
            </a:extLst>
          </p:cNvPr>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p>
          <a:p>
            <a:r>
              <a:rPr lang="en-IN" sz="1800">
                <a:solidFill>
                  <a:schemeClr val="bg1">
                    <a:lumMod val="95000"/>
                  </a:schemeClr>
                </a:solidFill>
              </a:rPr>
              <a:t>Ask FAQ / Customer Question</a:t>
            </a:r>
          </a:p>
        </p:txBody>
      </p:sp>
      <p:sp>
        <p:nvSpPr>
          <p:cNvPr id="12" name="Arrow: Right 11">
            <a:extLst>
              <a:ext uri="{FF2B5EF4-FFF2-40B4-BE49-F238E27FC236}">
                <a16:creationId xmlns="" xmlns:a16="http://schemas.microsoft.com/office/drawing/2014/main" id="{8A0DBB83-0ADE-C040-28D2-CB506DCFE410}"/>
              </a:ext>
            </a:extLst>
          </p:cNvPr>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 xmlns:a16="http://schemas.microsoft.com/office/drawing/2014/main" id="{EB9C9058-3967-6F07-C088-D5606747B0BB}"/>
              </a:ext>
            </a:extLst>
          </p:cNvPr>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 xmlns:a16="http://schemas.microsoft.com/office/drawing/2014/main" id="{668E21B1-D93B-AFC7-E709-B170248FC730}"/>
              </a:ext>
            </a:extLst>
          </p:cNvPr>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a:extLst>
              <a:ext uri="{FF2B5EF4-FFF2-40B4-BE49-F238E27FC236}">
                <a16:creationId xmlns="" xmlns:a16="http://schemas.microsoft.com/office/drawing/2014/main" id="{8ED9964F-21CA-3F4E-7932-BC13290595F7}"/>
              </a:ext>
            </a:extLst>
          </p:cNvPr>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 xmlns:a16="http://schemas.microsoft.com/office/drawing/2014/main" id="{80E12460-6C0D-7F31-CEB9-67B4D65E6D32}"/>
              </a:ext>
            </a:extLst>
          </p:cNvPr>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a:extLst>
              <a:ext uri="{FF2B5EF4-FFF2-40B4-BE49-F238E27FC236}">
                <a16:creationId xmlns="" xmlns:a16="http://schemas.microsoft.com/office/drawing/2014/main" id="{DBB7F8C9-D818-A251-2845-E8451E6A4473}"/>
              </a:ext>
            </a:extLst>
          </p:cNvPr>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p>
          <a:p>
            <a:r>
              <a:rPr lang="en-IN"/>
              <a:t>Questions • Answers • Categories</a:t>
            </a:r>
          </a:p>
        </p:txBody>
      </p:sp>
      <p:sp>
        <p:nvSpPr>
          <p:cNvPr id="20" name="Rectangle: Rounded Corners 19">
            <a:extLst>
              <a:ext uri="{FF2B5EF4-FFF2-40B4-BE49-F238E27FC236}">
                <a16:creationId xmlns="" xmlns:a16="http://schemas.microsoft.com/office/drawing/2014/main" id="{A8E917B9-BAA2-E5DE-CF79-73C8AAE4F1EB}"/>
              </a:ext>
            </a:extLst>
          </p:cNvPr>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p>
          <a:p>
            <a:r>
              <a:rPr lang="en-IN"/>
              <a:t>Understand User Query</a:t>
            </a:r>
          </a:p>
        </p:txBody>
      </p:sp>
      <p:sp>
        <p:nvSpPr>
          <p:cNvPr id="21" name="Rectangle: Rounded Corners 20">
            <a:extLst>
              <a:ext uri="{FF2B5EF4-FFF2-40B4-BE49-F238E27FC236}">
                <a16:creationId xmlns="" xmlns:a16="http://schemas.microsoft.com/office/drawing/2014/main" id="{6DA17D34-1B2C-B859-7D54-5F9562934F72}"/>
              </a:ext>
            </a:extLst>
          </p:cNvPr>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p>
          <a:p>
            <a:r>
              <a:rPr lang="en-IN"/>
              <a:t>Find Relevant FAQ</a:t>
            </a:r>
          </a:p>
        </p:txBody>
      </p:sp>
      <p:sp>
        <p:nvSpPr>
          <p:cNvPr id="22" name="Rectangle: Rounded Corners 21">
            <a:extLst>
              <a:ext uri="{FF2B5EF4-FFF2-40B4-BE49-F238E27FC236}">
                <a16:creationId xmlns="" xmlns:a16="http://schemas.microsoft.com/office/drawing/2014/main" id="{F628DCB4-02F6-66A3-CEA3-69967CF54C8A}"/>
              </a:ext>
            </a:extLst>
          </p:cNvPr>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p>
          <a:p>
            <a:r>
              <a:rPr lang="en-IN"/>
              <a:t>                                              Generate Accurate &amp; User-Friendly Answer</a:t>
            </a:r>
          </a:p>
        </p:txBody>
      </p:sp>
      <p:sp>
        <p:nvSpPr>
          <p:cNvPr id="23" name="Rectangle: Rounded Corners 22">
            <a:extLst>
              <a:ext uri="{FF2B5EF4-FFF2-40B4-BE49-F238E27FC236}">
                <a16:creationId xmlns="" xmlns:a16="http://schemas.microsoft.com/office/drawing/2014/main" id="{E7305482-12BA-0766-3CE2-4375FEDC10F4}"/>
              </a:ext>
            </a:extLst>
          </p:cNvPr>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p>
          <a:p>
            <a:r>
              <a:rPr lang="en-IN"/>
              <a:t>                                  Response displayed to the user</a:t>
            </a:r>
          </a:p>
        </p:txBody>
      </p:sp>
      <p:cxnSp>
        <p:nvCxnSpPr>
          <p:cNvPr id="25" name="Straight Arrow Connector 24">
            <a:extLst>
              <a:ext uri="{FF2B5EF4-FFF2-40B4-BE49-F238E27FC236}">
                <a16:creationId xmlns="" xmlns:a16="http://schemas.microsoft.com/office/drawing/2014/main" id="{8BA8C503-9C04-838A-D566-61E4CF50BEFC}"/>
              </a:ext>
            </a:extLst>
          </p:cNvPr>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 xmlns:a16="http://schemas.microsoft.com/office/drawing/2014/main" id="{879FB0FE-27A3-76BD-2997-B564950C8441}"/>
              </a:ext>
            </a:extLst>
          </p:cNvPr>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 xmlns:a16="http://schemas.microsoft.com/office/drawing/2014/main" id="{CADFCD61-77D6-B843-1633-32CEB6A6D91A}"/>
              </a:ext>
            </a:extLst>
          </p:cNvPr>
          <p:cNvCxnSpPr>
            <a:cxnSpLocks/>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 xmlns:a16="http://schemas.microsoft.com/office/drawing/2014/main" id="{FD5FB60D-4366-7174-3D56-FE011C40B345}"/>
              </a:ext>
            </a:extLst>
          </p:cNvPr>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 xmlns:a16="http://schemas.microsoft.com/office/drawing/2014/main" id="{275F735C-95EA-B298-2913-4367E914770E}"/>
              </a:ext>
            </a:extLst>
          </p:cNvPr>
          <p:cNvCxnSpPr>
            <a:cxnSpLocks/>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 xmlns:a16="http://schemas.microsoft.com/office/drawing/2014/main" id="{97A4D54F-DD53-CC78-7D8E-11583F4E4469}"/>
              </a:ext>
            </a:extLst>
          </p:cNvPr>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 xmlns:a16="http://schemas.microsoft.com/office/drawing/2014/main" id="{47D6CBBF-1958-C8AA-3AF0-0120F6C171BD}"/>
              </a:ext>
            </a:extLst>
          </p:cNvPr>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73310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D82A76D-5E3A-D98B-2A9A-932E5C00DFB2}"/>
              </a:ext>
            </a:extLst>
          </p:cNvPr>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p>
        </p:txBody>
      </p:sp>
      <p:sp>
        <p:nvSpPr>
          <p:cNvPr id="5" name="TextBox 4">
            <a:extLst>
              <a:ext uri="{FF2B5EF4-FFF2-40B4-BE49-F238E27FC236}">
                <a16:creationId xmlns="" xmlns:a16="http://schemas.microsoft.com/office/drawing/2014/main" id="{E099853B-9071-C563-277C-B75E08B9EBC2}"/>
              </a:ext>
            </a:extLst>
          </p:cNvPr>
          <p:cNvSpPr txBox="1"/>
          <p:nvPr/>
        </p:nvSpPr>
        <p:spPr>
          <a:xfrm>
            <a:off x="558800" y="482939"/>
            <a:ext cx="8036560" cy="1467782"/>
          </a:xfrm>
          <a:prstGeom prst="rect">
            <a:avLst/>
          </a:prstGeom>
          <a:noFill/>
        </p:spPr>
        <p:txBody>
          <a:bodyPr wrap="square">
            <a:spAutoFit/>
          </a:bodyPr>
          <a:lstStyle/>
          <a:p>
            <a:pPr>
              <a:buNone/>
            </a:pPr>
            <a:r>
              <a:rPr lang="en-IN" b="1"/>
              <a:t>2.1 Create Project Folder</a:t>
            </a:r>
          </a:p>
          <a:p>
            <a:pPr marL="342900" lvl="0" indent="-342900">
              <a:buFont typeface="+mj-lt"/>
              <a:buAutoNum type="arabicPeriod"/>
            </a:pPr>
            <a:r>
              <a:rPr lang="en-IN"/>
              <a:t>Create the main project folder named </a:t>
            </a:r>
            <a:r>
              <a:rPr lang="en-IN" b="1"/>
              <a:t>AI FAQ Assistant API</a:t>
            </a:r>
            <a:r>
              <a:rPr lang="en-IN"/>
              <a:t>. </a:t>
            </a:r>
          </a:p>
          <a:p>
            <a:pPr marL="342900" lvl="0" indent="-342900">
              <a:buFont typeface="+mj-lt"/>
              <a:buAutoNum type="arabicPeriod"/>
            </a:pPr>
            <a:r>
              <a:rPr lang="en-IN"/>
              <a:t>Create separate folders for </a:t>
            </a:r>
            <a:r>
              <a:rPr lang="en-IN" b="1"/>
              <a:t>Frontend, Backend, Database, and Documentation</a:t>
            </a:r>
            <a:r>
              <a:rPr lang="en-IN"/>
              <a:t>. </a:t>
            </a:r>
          </a:p>
          <a:p>
            <a:pPr marL="342900" lvl="0" indent="-342900">
              <a:buFont typeface="+mj-lt"/>
              <a:buAutoNum type="arabicPeriod"/>
            </a:pPr>
            <a:r>
              <a:rPr lang="en-IN"/>
              <a:t>Organize all project files and resources in their respective folders.</a:t>
            </a:r>
          </a:p>
        </p:txBody>
      </p:sp>
      <p:pic>
        <p:nvPicPr>
          <p:cNvPr id="7" name="Picture 6">
            <a:extLst>
              <a:ext uri="{FF2B5EF4-FFF2-40B4-BE49-F238E27FC236}">
                <a16:creationId xmlns="" xmlns:a16="http://schemas.microsoft.com/office/drawing/2014/main" id="{3CF6BA48-8478-9BF4-8C97-4572FD013FCC}"/>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031240" y="2087630"/>
            <a:ext cx="3545840" cy="2682740"/>
          </a:xfrm>
          <a:prstGeom prst="rect">
            <a:avLst/>
          </a:prstGeom>
        </p:spPr>
      </p:pic>
      <p:sp>
        <p:nvSpPr>
          <p:cNvPr id="9" name="TextBox 8">
            <a:extLst>
              <a:ext uri="{FF2B5EF4-FFF2-40B4-BE49-F238E27FC236}">
                <a16:creationId xmlns="" xmlns:a16="http://schemas.microsoft.com/office/drawing/2014/main" id="{B91634E6-280A-982B-2C6B-FB229C4C9C06}"/>
              </a:ext>
            </a:extLst>
          </p:cNvPr>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p>
        </p:txBody>
      </p:sp>
    </p:spTree>
    <p:extLst>
      <p:ext uri="{BB962C8B-B14F-4D97-AF65-F5344CB8AC3E}">
        <p14:creationId xmlns="" xmlns:p14="http://schemas.microsoft.com/office/powerpoint/2010/main" val="231616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555D54B-2F96-4BC1-8085-BE962F950582}"/>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3566161" y="497840"/>
            <a:ext cx="4328160" cy="5414667"/>
          </a:xfrm>
          <a:prstGeom prst="rect">
            <a:avLst/>
          </a:prstGeom>
        </p:spPr>
      </p:pic>
      <p:sp>
        <p:nvSpPr>
          <p:cNvPr id="4" name="TextBox 3">
            <a:extLst>
              <a:ext uri="{FF2B5EF4-FFF2-40B4-BE49-F238E27FC236}">
                <a16:creationId xmlns="" xmlns:a16="http://schemas.microsoft.com/office/drawing/2014/main" id="{02332026-183C-0D0D-C3CA-7E851C750FFB}"/>
              </a:ext>
            </a:extLst>
          </p:cNvPr>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extLst>
      <p:ext uri="{BB962C8B-B14F-4D97-AF65-F5344CB8AC3E}">
        <p14:creationId xmlns="" xmlns:p14="http://schemas.microsoft.com/office/powerpoint/2010/main" val="2154389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7D7C8F0-56F3-819A-07D2-5619194F160D}"/>
              </a:ext>
            </a:extLst>
          </p:cNvPr>
          <p:cNvSpPr txBox="1"/>
          <p:nvPr/>
        </p:nvSpPr>
        <p:spPr>
          <a:xfrm>
            <a:off x="934720" y="225702"/>
            <a:ext cx="7498080" cy="4801314"/>
          </a:xfrm>
          <a:prstGeom prst="rect">
            <a:avLst/>
          </a:prstGeom>
          <a:noFill/>
        </p:spPr>
        <p:txBody>
          <a:bodyPr wrap="square">
            <a:spAutoFit/>
          </a:bodyPr>
          <a:lstStyle/>
          <a:p>
            <a:pPr>
              <a:buNone/>
            </a:pPr>
            <a:r>
              <a:rPr lang="en-IN" b="1"/>
              <a:t>EPIC 3: Backend Development</a:t>
            </a:r>
          </a:p>
          <a:p>
            <a:pPr>
              <a:buNone/>
            </a:pPr>
            <a:r>
              <a:rPr lang="en-IN" b="1"/>
              <a:t>3.1 Server Configuration</a:t>
            </a:r>
          </a:p>
          <a:p>
            <a:pPr marL="342900" lvl="0" indent="-342900">
              <a:buFont typeface="+mj-lt"/>
              <a:buAutoNum type="arabicPeriod"/>
            </a:pPr>
            <a:r>
              <a:rPr lang="en-IN"/>
              <a:t>Create and configure the backend server. </a:t>
            </a:r>
          </a:p>
          <a:p>
            <a:pPr marL="342900" lvl="0" indent="-342900">
              <a:buFont typeface="+mj-lt"/>
              <a:buAutoNum type="arabicPeriod"/>
            </a:pPr>
            <a:r>
              <a:rPr lang="en-IN"/>
              <a:t>Install required Node.js packages. </a:t>
            </a:r>
          </a:p>
          <a:p>
            <a:pPr marL="342900" lvl="0" indent="-342900">
              <a:buFont typeface="+mj-lt"/>
              <a:buAutoNum type="arabicPeriod"/>
            </a:pPr>
            <a:r>
              <a:rPr lang="en-IN"/>
              <a:t>Connect the server with the database. </a:t>
            </a:r>
          </a:p>
          <a:p>
            <a:pPr>
              <a:buNone/>
            </a:pPr>
            <a:r>
              <a:rPr lang="en-IN" b="1"/>
              <a:t>3.2 API Development</a:t>
            </a:r>
          </a:p>
          <a:p>
            <a:pPr marL="342900" lvl="0" indent="-342900">
              <a:buFont typeface="+mj-lt"/>
              <a:buAutoNum type="arabicPeriod"/>
            </a:pPr>
            <a:r>
              <a:rPr lang="en-IN"/>
              <a:t>Create REST API endpoints. </a:t>
            </a:r>
          </a:p>
          <a:p>
            <a:pPr marL="342900" lvl="0" indent="-342900">
              <a:buFont typeface="+mj-lt"/>
              <a:buAutoNum type="arabicPeriod"/>
            </a:pPr>
            <a:r>
              <a:rPr lang="en-IN"/>
              <a:t>Implement FAQ CRUD operations. </a:t>
            </a:r>
          </a:p>
          <a:p>
            <a:pPr marL="342900" lvl="0" indent="-342900">
              <a:buFont typeface="+mj-lt"/>
              <a:buAutoNum type="arabicPeriod"/>
            </a:pPr>
            <a:r>
              <a:rPr lang="en-IN"/>
              <a:t>Handle user requests and API responses. </a:t>
            </a:r>
          </a:p>
          <a:p>
            <a:pPr>
              <a:buNone/>
            </a:pPr>
            <a:r>
              <a:rPr lang="en-IN" b="1"/>
              <a:t>3.3 AI FAQ Integration</a:t>
            </a:r>
          </a:p>
          <a:p>
            <a:pPr marL="342900" lvl="0" indent="-342900">
              <a:buFont typeface="+mj-lt"/>
              <a:buAutoNum type="arabicPeriod"/>
            </a:pPr>
            <a:r>
              <a:rPr lang="en-IN"/>
              <a:t>Process the user's question. </a:t>
            </a:r>
          </a:p>
          <a:p>
            <a:pPr marL="342900" lvl="0" indent="-342900">
              <a:buFont typeface="+mj-lt"/>
              <a:buAutoNum type="arabicPeriod"/>
            </a:pPr>
            <a:r>
              <a:rPr lang="en-IN"/>
              <a:t>Search for the relevant FAQ. </a:t>
            </a:r>
          </a:p>
          <a:p>
            <a:pPr marL="342900" lvl="0" indent="-342900">
              <a:buFont typeface="+mj-lt"/>
              <a:buAutoNum type="arabicPeriod"/>
            </a:pPr>
            <a:r>
              <a:rPr lang="en-IN"/>
              <a:t>Generate and return the appropriate answer. </a:t>
            </a:r>
          </a:p>
          <a:p>
            <a:pPr>
              <a:buNone/>
            </a:pPr>
            <a:r>
              <a:rPr lang="en-IN" b="1"/>
              <a:t>3.4 Feedback &amp; Like Management</a:t>
            </a:r>
          </a:p>
          <a:p>
            <a:pPr marL="342900" lvl="0" indent="-342900">
              <a:buFont typeface="+mj-lt"/>
              <a:buAutoNum type="arabicPeriod"/>
            </a:pPr>
            <a:r>
              <a:rPr lang="en-IN"/>
              <a:t>Implement FAQ like functionality. </a:t>
            </a:r>
          </a:p>
          <a:p>
            <a:pPr marL="342900" lvl="0" indent="-342900">
              <a:buFont typeface="+mj-lt"/>
              <a:buAutoNum type="arabicPeriod"/>
            </a:pPr>
            <a:r>
              <a:rPr lang="en-IN"/>
              <a:t>Store answer feedback. </a:t>
            </a:r>
          </a:p>
          <a:p>
            <a:pPr marL="342900" lvl="0" indent="-342900">
              <a:buFont typeface="+mj-lt"/>
              <a:buAutoNum type="arabicPeriod"/>
            </a:pPr>
            <a:r>
              <a:rPr lang="en-IN"/>
              <a:t>Retrieve feedback and rating data. </a:t>
            </a:r>
          </a:p>
        </p:txBody>
      </p:sp>
    </p:spTree>
    <p:extLst>
      <p:ext uri="{BB962C8B-B14F-4D97-AF65-F5344CB8AC3E}">
        <p14:creationId xmlns="" xmlns:p14="http://schemas.microsoft.com/office/powerpoint/2010/main" val="3738999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73DD681-207E-81BC-6A7B-D764A5F36926}"/>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760220" y="2496820"/>
            <a:ext cx="8915400" cy="4038600"/>
          </a:xfrm>
          <a:prstGeom prst="rect">
            <a:avLst/>
          </a:prstGeom>
        </p:spPr>
      </p:pic>
      <p:sp>
        <p:nvSpPr>
          <p:cNvPr id="4" name="TextBox 3">
            <a:extLst>
              <a:ext uri="{FF2B5EF4-FFF2-40B4-BE49-F238E27FC236}">
                <a16:creationId xmlns="" xmlns:a16="http://schemas.microsoft.com/office/drawing/2014/main" id="{ACBC389A-075E-C20F-72EA-2086060FC681}"/>
              </a:ext>
            </a:extLst>
          </p:cNvPr>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a:extLst>
              <a:ext uri="{FF2B5EF4-FFF2-40B4-BE49-F238E27FC236}">
                <a16:creationId xmlns="" xmlns:a16="http://schemas.microsoft.com/office/drawing/2014/main" id="{EE8CC987-FF0D-8E49-3F65-6C4CB40486D9}"/>
              </a:ext>
            </a:extLst>
          </p:cNvPr>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p>
          <a:p>
            <a:r>
              <a:rPr lang="en-US"/>
              <a:t>Database connection</a:t>
            </a:r>
          </a:p>
          <a:p>
            <a:endParaRPr lang="en-IN"/>
          </a:p>
        </p:txBody>
      </p:sp>
    </p:spTree>
    <p:extLst>
      <p:ext uri="{BB962C8B-B14F-4D97-AF65-F5344CB8AC3E}">
        <p14:creationId xmlns="" xmlns:p14="http://schemas.microsoft.com/office/powerpoint/2010/main" val="2357856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76E1511-4A2E-13FD-0FFC-7F1EE14F8FC2}"/>
              </a:ext>
            </a:extLst>
          </p:cNvPr>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a:extLst>
              <a:ext uri="{FF2B5EF4-FFF2-40B4-BE49-F238E27FC236}">
                <a16:creationId xmlns="" xmlns:a16="http://schemas.microsoft.com/office/drawing/2014/main" id="{CE57995B-AC34-CB96-0FF7-B9E52F45028E}"/>
              </a:ext>
            </a:extLst>
          </p:cNvPr>
          <p:cNvSpPr txBox="1"/>
          <p:nvPr/>
        </p:nvSpPr>
        <p:spPr>
          <a:xfrm>
            <a:off x="599440" y="572533"/>
            <a:ext cx="9540240" cy="2031325"/>
          </a:xfrm>
          <a:prstGeom prst="rect">
            <a:avLst/>
          </a:prstGeom>
          <a:noFill/>
        </p:spPr>
        <p:txBody>
          <a:bodyPr wrap="square">
            <a:spAutoFit/>
          </a:bodyPr>
          <a:lstStyle/>
          <a:p>
            <a:r>
              <a:rPr lang="en-IN"/>
              <a:t>Database Configuration</a:t>
            </a:r>
          </a:p>
          <a:p>
            <a:pPr marL="285750" indent="-285750">
              <a:buFont typeface="Arial" panose="020B0604020202020204" pitchFamily="34" charset="0"/>
              <a:buChar char="•"/>
            </a:pPr>
            <a:r>
              <a:rPr lang="en-IN"/>
              <a:t> Create the AI FAQ Assistant database.</a:t>
            </a:r>
          </a:p>
          <a:p>
            <a:pPr marL="285750" indent="-285750">
              <a:buFont typeface="Arial" panose="020B0604020202020204" pitchFamily="34" charset="0"/>
              <a:buChar char="•"/>
            </a:pPr>
            <a:r>
              <a:rPr lang="en-IN"/>
              <a:t>Configure database connection with the API.</a:t>
            </a:r>
          </a:p>
          <a:p>
            <a:pPr marL="285750" indent="-285750">
              <a:buFont typeface="Arial" panose="020B0604020202020204" pitchFamily="34" charset="0"/>
              <a:buChar char="•"/>
            </a:pPr>
            <a:r>
              <a:rPr lang="en-IN"/>
              <a:t> Store database credentials securely using ".env".</a:t>
            </a:r>
          </a:p>
          <a:p>
            <a:pPr marL="285750" indent="-285750">
              <a:buFont typeface="Arial" panose="020B0604020202020204" pitchFamily="34" charset="0"/>
              <a:buChar char="•"/>
            </a:pPr>
            <a:r>
              <a:rPr lang="en-IN"/>
              <a:t>Create tables for User, FAQ, Category, FAQ Like, Answer Feedback, Tag and FAQ Tag.</a:t>
            </a:r>
          </a:p>
          <a:p>
            <a:pPr marL="285750" indent="-285750">
              <a:buFont typeface="Arial" panose="020B0604020202020204" pitchFamily="34" charset="0"/>
              <a:buChar char="•"/>
            </a:pPr>
            <a:r>
              <a:rPr lang="en-IN"/>
              <a:t>Establish relationships between the tables.</a:t>
            </a:r>
          </a:p>
          <a:p>
            <a:pPr marL="285750" indent="-285750">
              <a:buFont typeface="Arial" panose="020B0604020202020204" pitchFamily="34" charset="0"/>
              <a:buChar char="•"/>
            </a:pPr>
            <a:r>
              <a:rPr lang="en-IN"/>
              <a:t>Test the database connection with the backend API.</a:t>
            </a:r>
          </a:p>
        </p:txBody>
      </p:sp>
      <p:pic>
        <p:nvPicPr>
          <p:cNvPr id="6" name="Picture 5">
            <a:extLst>
              <a:ext uri="{FF2B5EF4-FFF2-40B4-BE49-F238E27FC236}">
                <a16:creationId xmlns="" xmlns:a16="http://schemas.microsoft.com/office/drawing/2014/main" id="{A162DAAB-5342-D3C3-0EA9-42EA9F096F34}"/>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014417" y="2626926"/>
            <a:ext cx="4858063" cy="3658541"/>
          </a:xfrm>
          <a:prstGeom prst="rect">
            <a:avLst/>
          </a:prstGeom>
        </p:spPr>
      </p:pic>
    </p:spTree>
    <p:extLst>
      <p:ext uri="{BB962C8B-B14F-4D97-AF65-F5344CB8AC3E}">
        <p14:creationId xmlns="" xmlns:p14="http://schemas.microsoft.com/office/powerpoint/2010/main" val="3328409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D74A8F3-5576-67E5-E0C0-FF077162E951}"/>
              </a:ext>
            </a:extLst>
          </p:cNvPr>
          <p:cNvSpPr txBox="1"/>
          <p:nvPr/>
        </p:nvSpPr>
        <p:spPr>
          <a:xfrm>
            <a:off x="355600" y="0"/>
            <a:ext cx="6096000" cy="2862322"/>
          </a:xfrm>
          <a:prstGeom prst="rect">
            <a:avLst/>
          </a:prstGeom>
          <a:noFill/>
        </p:spPr>
        <p:txBody>
          <a:bodyPr wrap="square">
            <a:spAutoFit/>
          </a:bodyPr>
          <a:lstStyle/>
          <a:p>
            <a:r>
              <a:rPr lang="en-US" b="1"/>
              <a:t>Epic5:Project Execution</a:t>
            </a:r>
          </a:p>
          <a:p>
            <a:endParaRPr lang="en-US"/>
          </a:p>
          <a:p>
            <a:pPr marL="285750" indent="-285750">
              <a:buFont typeface="Arial" panose="020B0604020202020204" pitchFamily="34" charset="0"/>
              <a:buChar char="•"/>
            </a:pPr>
            <a:r>
              <a:rPr lang="en-US"/>
              <a:t>- Set up the project environment and folder structure.</a:t>
            </a:r>
          </a:p>
          <a:p>
            <a:pPr marL="285750" indent="-285750">
              <a:buFont typeface="Arial" panose="020B0604020202020204" pitchFamily="34" charset="0"/>
              <a:buChar char="•"/>
            </a:pPr>
            <a:r>
              <a:rPr lang="en-US"/>
              <a:t>- Configure the Node.js server and database.</a:t>
            </a:r>
          </a:p>
          <a:p>
            <a:pPr marL="285750" indent="-285750">
              <a:buFont typeface="Arial" panose="020B0604020202020204" pitchFamily="34" charset="0"/>
              <a:buChar char="•"/>
            </a:pPr>
            <a:r>
              <a:rPr lang="en-US"/>
              <a:t>- Develop REST API endpoints for FAQ management.</a:t>
            </a:r>
          </a:p>
          <a:p>
            <a:pPr marL="285750" indent="-285750">
              <a:buFont typeface="Arial" panose="020B0604020202020204" pitchFamily="34" charset="0"/>
              <a:buChar char="•"/>
            </a:pPr>
            <a:r>
              <a:rPr lang="en-US"/>
              <a:t>- Implement user, category, tag, like and feedback modules.</a:t>
            </a:r>
          </a:p>
          <a:p>
            <a:pPr marL="285750" indent="-285750">
              <a:buFont typeface="Arial" panose="020B0604020202020204" pitchFamily="34" charset="0"/>
              <a:buChar char="•"/>
            </a:pPr>
            <a:r>
              <a:rPr lang="en-US"/>
              <a:t>- Connect the API with the database.</a:t>
            </a:r>
          </a:p>
          <a:p>
            <a:pPr marL="285750" indent="-285750">
              <a:buFont typeface="Arial" panose="020B0604020202020204" pitchFamily="34" charset="0"/>
              <a:buChar char="•"/>
            </a:pPr>
            <a:r>
              <a:rPr lang="en-US"/>
              <a:t>- Test API requests and responses using Postman.</a:t>
            </a:r>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a:extLst>
              <a:ext uri="{FF2B5EF4-FFF2-40B4-BE49-F238E27FC236}">
                <a16:creationId xmlns="" xmlns:a16="http://schemas.microsoft.com/office/drawing/2014/main" id="{F2003AE3-623F-1AB3-C179-6C40B9FC8F20}"/>
              </a:ext>
            </a:extLst>
          </p:cNvPr>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p>
        </p:txBody>
      </p:sp>
      <p:sp>
        <p:nvSpPr>
          <p:cNvPr id="8" name="TextBox 7">
            <a:extLst>
              <a:ext uri="{FF2B5EF4-FFF2-40B4-BE49-F238E27FC236}">
                <a16:creationId xmlns="" xmlns:a16="http://schemas.microsoft.com/office/drawing/2014/main" id="{467B8101-6CEE-EE14-EC3D-CEB185F19DA2}"/>
              </a:ext>
            </a:extLst>
          </p:cNvPr>
          <p:cNvSpPr txBox="1"/>
          <p:nvPr/>
        </p:nvSpPr>
        <p:spPr>
          <a:xfrm>
            <a:off x="355600" y="4981416"/>
            <a:ext cx="6096000" cy="369332"/>
          </a:xfrm>
          <a:prstGeom prst="rect">
            <a:avLst/>
          </a:prstGeom>
          <a:noFill/>
        </p:spPr>
        <p:txBody>
          <a:bodyPr wrap="square">
            <a:spAutoFit/>
          </a:bodyPr>
          <a:lstStyle/>
          <a:p>
            <a:r>
              <a:rPr lang="en-IN"/>
              <a:t>Start the development server:</a:t>
            </a:r>
          </a:p>
        </p:txBody>
      </p:sp>
      <p:sp>
        <p:nvSpPr>
          <p:cNvPr id="10" name="TextBox 9">
            <a:extLst>
              <a:ext uri="{FF2B5EF4-FFF2-40B4-BE49-F238E27FC236}">
                <a16:creationId xmlns="" xmlns:a16="http://schemas.microsoft.com/office/drawing/2014/main" id="{38C1ED98-EB92-CEE2-05F9-65FC069EA07B}"/>
              </a:ext>
            </a:extLst>
          </p:cNvPr>
          <p:cNvSpPr txBox="1"/>
          <p:nvPr/>
        </p:nvSpPr>
        <p:spPr>
          <a:xfrm>
            <a:off x="508000" y="2967335"/>
            <a:ext cx="6096000" cy="923330"/>
          </a:xfrm>
          <a:prstGeom prst="rect">
            <a:avLst/>
          </a:prstGeom>
          <a:noFill/>
        </p:spPr>
        <p:txBody>
          <a:bodyPr wrap="square">
            <a:spAutoFit/>
          </a:bodyPr>
          <a:lstStyle/>
          <a:p>
            <a:r>
              <a:rPr lang="en-IN"/>
              <a:t>Running the Backend Server</a:t>
            </a:r>
          </a:p>
          <a:p>
            <a:endParaRPr lang="en-IN"/>
          </a:p>
          <a:p>
            <a:r>
              <a:rPr lang="en-IN"/>
              <a:t>install all required dependencies:</a:t>
            </a:r>
          </a:p>
        </p:txBody>
      </p:sp>
      <p:sp>
        <p:nvSpPr>
          <p:cNvPr id="11" name="Rectangle: Rounded Corners 10">
            <a:extLst>
              <a:ext uri="{FF2B5EF4-FFF2-40B4-BE49-F238E27FC236}">
                <a16:creationId xmlns="" xmlns:a16="http://schemas.microsoft.com/office/drawing/2014/main" id="{736E77D5-D872-F4D0-69AF-07B48C5B9529}"/>
              </a:ext>
            </a:extLst>
          </p:cNvPr>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p>
        </p:txBody>
      </p:sp>
    </p:spTree>
    <p:extLst>
      <p:ext uri="{BB962C8B-B14F-4D97-AF65-F5344CB8AC3E}">
        <p14:creationId xmlns="" xmlns:p14="http://schemas.microsoft.com/office/powerpoint/2010/main" val="1913416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FE2CE36-1C35-9781-6F91-8DA3E1E36CE2}"/>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097002" y="0"/>
            <a:ext cx="9997995" cy="6858000"/>
          </a:xfrm>
          <a:prstGeom prst="rect">
            <a:avLst/>
          </a:prstGeom>
        </p:spPr>
      </p:pic>
    </p:spTree>
    <p:extLst>
      <p:ext uri="{BB962C8B-B14F-4D97-AF65-F5344CB8AC3E}">
        <p14:creationId xmlns="" xmlns:p14="http://schemas.microsoft.com/office/powerpoint/2010/main" val="110652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FF94312-3327-597A-CB52-4A46173E961E}"/>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51805" y="71120"/>
            <a:ext cx="9249989" cy="6858000"/>
          </a:xfrm>
          <a:prstGeom prst="rect">
            <a:avLst/>
          </a:prstGeom>
        </p:spPr>
      </p:pic>
    </p:spTree>
    <p:extLst>
      <p:ext uri="{BB962C8B-B14F-4D97-AF65-F5344CB8AC3E}">
        <p14:creationId xmlns="" xmlns:p14="http://schemas.microsoft.com/office/powerpoint/2010/main" val="4104593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833C604-011C-32C6-86C0-E8B4383CDD19}"/>
              </a:ext>
            </a:extLst>
          </p:cNvPr>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p>
          <a:p>
            <a:r>
              <a:rPr lang="en-US"/>
              <a:t>DEMO video </a:t>
            </a:r>
            <a:r>
              <a:rPr lang="en-US" err="1"/>
              <a:t>link:</a:t>
            </a:r>
            <a:r>
              <a:rPr lang="en-US" err="1">
                <a:solidFill>
                  <a:srgbClr val="0070C0"/>
                </a:solidFill>
              </a:rPr>
              <a:t>Backend</a:t>
            </a:r>
            <a:r>
              <a:rPr lang="en-US">
                <a:solidFill>
                  <a:srgbClr val="0070C0"/>
                </a:solidFill>
              </a:rPr>
              <a:t> demo.mp4</a:t>
            </a:r>
          </a:p>
          <a:p>
            <a:r>
              <a:rPr lang="en-US" err="1"/>
              <a:t>codeDrive:</a:t>
            </a:r>
            <a:r>
              <a:rPr lang="en-US" err="1">
                <a:solidFill>
                  <a:srgbClr val="0070C0"/>
                </a:solidFill>
              </a:rPr>
              <a:t>code</a:t>
            </a:r>
            <a:endParaRPr lang="en-US">
              <a:solidFill>
                <a:srgbClr val="0070C0"/>
              </a:solidFill>
            </a:endParaRPr>
          </a:p>
        </p:txBody>
      </p:sp>
    </p:spTree>
    <p:extLst>
      <p:ext uri="{BB962C8B-B14F-4D97-AF65-F5344CB8AC3E}">
        <p14:creationId xmlns="" xmlns:p14="http://schemas.microsoft.com/office/powerpoint/2010/main" val="2002747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1512</Words>
  <Application>Microsoft Office PowerPoint</Application>
  <PresentationFormat>Custom</PresentationFormat>
  <Paragraphs>194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AI FAQ Assistant API        TEAM LEADER  : HARINI V          TEAM MEMBER : 1.GOPIKA R        TEAM MEMBER : 2.DEEPA S                           TEAM MEMBER : 3.HASEENJUMANA S                 TEAM MEMBER : 4.DEEPASHRI P</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janani</cp:lastModifiedBy>
  <cp:revision>47</cp:revision>
  <dcterms:created xsi:type="dcterms:W3CDTF">2026-09-27T04:08:57Z</dcterms:created>
  <dcterms:modified xsi:type="dcterms:W3CDTF">2026-09-30T06:19:57Z</dcterms:modified>
</cp:coreProperties>
</file>